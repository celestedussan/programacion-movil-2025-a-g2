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173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028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916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14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868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500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795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708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690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3985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1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FDDD9-A41F-40B3-B3AA-C9D2A7533F08}" type="datetimeFigureOut">
              <a:rPr lang="es-CO" smtClean="0"/>
              <a:t>25/03/2025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12F96-6081-4BFA-9E63-34423BC53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52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 smtClean="0"/>
              <a:t>EXPLORANDO COMPONENTE EN VUE</a:t>
            </a:r>
            <a:endParaRPr lang="es-CO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Ximena Zambrano Chala</a:t>
            </a:r>
          </a:p>
          <a:p>
            <a:r>
              <a:rPr lang="es-MX" dirty="0" err="1" smtClean="0"/>
              <a:t>Maria</a:t>
            </a:r>
            <a:r>
              <a:rPr lang="es-MX" dirty="0" smtClean="0"/>
              <a:t> Celeste </a:t>
            </a:r>
            <a:r>
              <a:rPr lang="es-MX" dirty="0" err="1" smtClean="0"/>
              <a:t>Dussan</a:t>
            </a:r>
            <a:endParaRPr lang="es-MX" dirty="0" smtClean="0"/>
          </a:p>
          <a:p>
            <a:r>
              <a:rPr lang="es-MX" dirty="0" smtClean="0"/>
              <a:t>Juan Camilo Penagos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97423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¿Qué es un componente?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Definición: Un componente es una pieza independiente y reutilizable de código que define una parte de la interfaz de usuario (UI) de una aplicación.</a:t>
            </a:r>
          </a:p>
          <a:p>
            <a:r>
              <a:rPr lang="es-MX" dirty="0" smtClean="0"/>
              <a:t>Elementos clave: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/>
              <a:t>Tiene su propio HTML, CSS, y lógica.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/>
              <a:t>Puede recibir propiedades (</a:t>
            </a:r>
            <a:r>
              <a:rPr lang="es-MX" dirty="0" err="1" smtClean="0"/>
              <a:t>props</a:t>
            </a:r>
            <a:r>
              <a:rPr lang="es-MX" dirty="0" smtClean="0"/>
              <a:t>), y emitir eventos.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smtClean="0"/>
              <a:t>Promueve la modularización y organización del código.</a:t>
            </a:r>
          </a:p>
        </p:txBody>
      </p:sp>
    </p:spTree>
    <p:extLst>
      <p:ext uri="{BB962C8B-B14F-4D97-AF65-F5344CB8AC3E}">
        <p14:creationId xmlns:p14="http://schemas.microsoft.com/office/powerpoint/2010/main" val="14745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¿Para que sirve?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s-MX" b="1" dirty="0" smtClean="0"/>
              <a:t>Reutilización</a:t>
            </a:r>
            <a:r>
              <a:rPr lang="es-MX" dirty="0" smtClean="0"/>
              <a:t>: Permite reutilizar el código sin tener que escribirlo una y otra vez.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b="1" dirty="0" smtClean="0"/>
              <a:t>Modularización</a:t>
            </a:r>
            <a:r>
              <a:rPr lang="es-MX" dirty="0" smtClean="0"/>
              <a:t>: Facilita la división de la interfaz en piezas pequeñas y manejables.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b="1" dirty="0" smtClean="0"/>
              <a:t>Mantenimiento</a:t>
            </a:r>
            <a:r>
              <a:rPr lang="es-MX" dirty="0" smtClean="0"/>
              <a:t>: Hace que el código sea más fácil de mantener, ya que puedes modificar un componente sin afectar otras partes de la aplicación.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b="1" dirty="0" smtClean="0"/>
              <a:t>Claridad</a:t>
            </a:r>
            <a:r>
              <a:rPr lang="es-MX" dirty="0" smtClean="0"/>
              <a:t>: Mejora la claridad del código y reduce el riesgo de errores.</a:t>
            </a:r>
          </a:p>
        </p:txBody>
      </p:sp>
    </p:spTree>
    <p:extLst>
      <p:ext uri="{BB962C8B-B14F-4D97-AF65-F5344CB8AC3E}">
        <p14:creationId xmlns:p14="http://schemas.microsoft.com/office/powerpoint/2010/main" val="391836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¿Cómo se usa </a:t>
            </a:r>
            <a:r>
              <a:rPr lang="es-MX" b="1" dirty="0" err="1" smtClean="0"/>
              <a:t>Vue</a:t>
            </a:r>
            <a:r>
              <a:rPr lang="es-MX" b="1" dirty="0" smtClean="0"/>
              <a:t>?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Un componente en Vue.js es un archivo independiente, que tiene tres partes principales.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MX" dirty="0" smtClean="0"/>
              <a:t>&lt;</a:t>
            </a:r>
            <a:r>
              <a:rPr lang="es-MX" dirty="0" err="1" smtClean="0"/>
              <a:t>template</a:t>
            </a:r>
            <a:r>
              <a:rPr lang="es-MX" dirty="0" smtClean="0"/>
              <a:t>&gt;: Define la estructura HTML.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MX" dirty="0" smtClean="0"/>
              <a:t>&lt;script&gt;: Contiene la lógica del componente(</a:t>
            </a:r>
            <a:r>
              <a:rPr lang="es-MX" dirty="0" err="1" smtClean="0"/>
              <a:t>nombre,funciones,datos</a:t>
            </a:r>
            <a:r>
              <a:rPr lang="es-MX" dirty="0" smtClean="0"/>
              <a:t>).</a:t>
            </a:r>
            <a:endParaRPr lang="es-MX" dirty="0"/>
          </a:p>
          <a:p>
            <a:pPr marL="971550" lvl="1" indent="-514350">
              <a:buFont typeface="+mj-lt"/>
              <a:buAutoNum type="arabicPeriod"/>
            </a:pPr>
            <a:r>
              <a:rPr lang="es-MX" dirty="0" smtClean="0"/>
              <a:t>&lt;Style&gt;: Define los estilos </a:t>
            </a:r>
            <a:r>
              <a:rPr lang="es-MX" dirty="0" err="1" smtClean="0"/>
              <a:t>Css</a:t>
            </a:r>
            <a:r>
              <a:rPr lang="es-MX" dirty="0" smtClean="0"/>
              <a:t> específicos del componente.</a:t>
            </a:r>
          </a:p>
        </p:txBody>
      </p:sp>
    </p:spTree>
    <p:extLst>
      <p:ext uri="{BB962C8B-B14F-4D97-AF65-F5344CB8AC3E}">
        <p14:creationId xmlns:p14="http://schemas.microsoft.com/office/powerpoint/2010/main" val="152439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/>
              <a:t>Ejemplo básico de Vue.js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4911145" cy="2382651"/>
          </a:xfrm>
        </p:spPr>
        <p:txBody>
          <a:bodyPr>
            <a:normAutofit lnSpcReduction="10000"/>
          </a:bodyPr>
          <a:lstStyle/>
          <a:p>
            <a:r>
              <a:rPr lang="es-CO" dirty="0"/>
              <a:t>&lt;</a:t>
            </a:r>
            <a:r>
              <a:rPr lang="es-CO" dirty="0" err="1"/>
              <a:t>template</a:t>
            </a:r>
            <a:r>
              <a:rPr lang="es-CO" dirty="0"/>
              <a:t>&gt;  &lt;div&gt;    &lt;h1&gt;{{ mensaje }}&lt;/h1&gt;  &lt;/div&gt;&lt;/</a:t>
            </a:r>
            <a:r>
              <a:rPr lang="es-CO" dirty="0" err="1"/>
              <a:t>template</a:t>
            </a:r>
            <a:r>
              <a:rPr lang="es-CO" dirty="0"/>
              <a:t>&gt;&lt;script&gt;</a:t>
            </a:r>
            <a:r>
              <a:rPr lang="es-CO" dirty="0" err="1"/>
              <a:t>export</a:t>
            </a:r>
            <a:r>
              <a:rPr lang="es-CO" dirty="0"/>
              <a:t> default {  data() {    </a:t>
            </a:r>
            <a:r>
              <a:rPr lang="es-CO" dirty="0" err="1"/>
              <a:t>return</a:t>
            </a:r>
            <a:r>
              <a:rPr lang="es-CO" dirty="0"/>
              <a:t> {      mensaje: "Hola desde el componente!"    };  }};&lt;/script&gt;&lt;</a:t>
            </a:r>
            <a:r>
              <a:rPr lang="es-CO" dirty="0" err="1"/>
              <a:t>style</a:t>
            </a:r>
            <a:r>
              <a:rPr lang="es-CO" dirty="0"/>
              <a:t> </a:t>
            </a:r>
            <a:r>
              <a:rPr lang="es-CO" dirty="0" err="1"/>
              <a:t>scoped</a:t>
            </a:r>
            <a:r>
              <a:rPr lang="es-CO" dirty="0"/>
              <a:t>&gt;h1 {  color: blue;}&lt;/</a:t>
            </a:r>
            <a:r>
              <a:rPr lang="es-CO" dirty="0" err="1"/>
              <a:t>style</a:t>
            </a:r>
            <a:r>
              <a:rPr lang="es-CO" dirty="0"/>
              <a:t>&gt;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En este ejemplo, se crea un componente llamado, </a:t>
            </a:r>
            <a:r>
              <a:rPr lang="es-MX" dirty="0" err="1" smtClean="0"/>
              <a:t>Micomponente.vue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9541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¿Cuándo no es recomendable usarlo?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No es recomendable usar componentes cuando:</a:t>
            </a:r>
          </a:p>
          <a:p>
            <a:r>
              <a:rPr lang="es-MX" dirty="0"/>
              <a:t>La funcionalidad es muy simple y no se reutilizará.</a:t>
            </a:r>
          </a:p>
          <a:p>
            <a:r>
              <a:rPr lang="es-MX" dirty="0"/>
              <a:t>Introduce más complejidad sin aportar beneficios.</a:t>
            </a:r>
          </a:p>
          <a:p>
            <a:r>
              <a:rPr lang="es-MX" dirty="0"/>
              <a:t>Se usa en exceso, fragmentando demasiado la aplicación.</a:t>
            </a:r>
          </a:p>
          <a:p>
            <a:r>
              <a:rPr lang="es-MX" dirty="0"/>
              <a:t>Se requiere una solución más eficiente con directivas o funciones auxiliares.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26443648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33</TotalTime>
  <Words>316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Rockwell</vt:lpstr>
      <vt:lpstr>Wingdings</vt:lpstr>
      <vt:lpstr>Atlas</vt:lpstr>
      <vt:lpstr>EXPLORANDO COMPONENTE EN VUE</vt:lpstr>
      <vt:lpstr>¿Qué es un componente?</vt:lpstr>
      <vt:lpstr>¿Para que sirve?</vt:lpstr>
      <vt:lpstr>¿Cómo se usa Vue?</vt:lpstr>
      <vt:lpstr>Ejemplo básico de Vue.js</vt:lpstr>
      <vt:lpstr>¿Cuándo no es recomendable usarlo?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EXPLORANDO COMPONENTE EN VUE</dc:title>
  <dc:creator>USUARIO</dc:creator>
  <cp:lastModifiedBy>USUARIO</cp:lastModifiedBy>
  <cp:revision>5</cp:revision>
  <dcterms:created xsi:type="dcterms:W3CDTF">2025-03-25T13:27:41Z</dcterms:created>
  <dcterms:modified xsi:type="dcterms:W3CDTF">2025-03-25T14:01:25Z</dcterms:modified>
</cp:coreProperties>
</file>